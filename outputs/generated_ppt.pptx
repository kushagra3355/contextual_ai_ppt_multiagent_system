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Current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Current Electricity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electricity refers to the flow of electric charge through a conductor, typically in the form of electrons.</a:t>
            </a:r>
            <a:r>
              <a:rPr i="1"/>
              <a:t> (accurate)</a:t>
            </a:r>
          </a:p>
          <a:p>
            <a:r>
              <a:t>• It is crucial for the operation of electrical circuits, enabling devices to function and perform tasks.</a:t>
            </a:r>
            <a:r>
              <a:rPr i="1"/>
              <a:t> (accurate)</a:t>
            </a:r>
          </a:p>
          <a:p>
            <a:r>
              <a:t>• Basic concepts include electric charge, which is the property of matter causing it to experience a force in an electric field; current, which is the rate of flow of charge; and voltage, which is the potential difference that drives the current.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Current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density (j) is defined as the electric current per unit area of cross-section through which the current flows.</a:t>
            </a:r>
            <a:r>
              <a:rPr i="1"/>
              <a:t> (accurate)</a:t>
            </a:r>
          </a:p>
          <a:p>
            <a:r>
              <a:t>• It is directly related to the electric field (E), indicating how current density increases with a stronger electric field.</a:t>
            </a:r>
            <a:r>
              <a:rPr i="1"/>
              <a:t> (accurate)</a:t>
            </a:r>
          </a:p>
          <a:p>
            <a:r>
              <a:t>• Current density can be represented as a vector, showing both magnitude and direction, aligned with the electric field.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Ohm's Law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Ohm's Law states that the current density (j) is proportional to the electric field (E), expressed as j = sE, where s is conductivity.</a:t>
            </a:r>
            <a:r>
              <a:rPr i="1"/>
              <a:t> (accurate)</a:t>
            </a:r>
          </a:p>
          <a:p>
            <a:r>
              <a:t>• Conductivity (s) is defined as the ability of a material to conduct electric current, inversely related to resistivity.</a:t>
            </a:r>
            <a:r>
              <a:rPr i="1"/>
              <a:t> (accurate)</a:t>
            </a:r>
          </a:p>
          <a:p>
            <a:r>
              <a:t>• The relationship between current (I) and voltage (V) is fundamental, where I = V/R, indicating how voltage drives current through resistance.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Electromotive Force (emf)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Electromotive force (emf) is defined as the energy provided per unit charge by a source, crucial for driving current in circuits.</a:t>
            </a:r>
            <a:r>
              <a:rPr i="1"/>
              <a:t> (accurate)</a:t>
            </a:r>
          </a:p>
          <a:p>
            <a:r>
              <a:t>• Emf differs from mechanical force; it represents a potential difference rather than a physical force acting on charges.</a:t>
            </a:r>
            <a:r>
              <a:rPr i="1"/>
              <a:t> (accurate)</a:t>
            </a:r>
          </a:p>
          <a:p>
            <a:r>
              <a:t>• Emf plays a vital role in maintaining a continuous current flow by providing the necessary energy to move charges through a circuit.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Direction and Sign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 electrical circuits, positive and negative terminals are designated to indicate the direction of current flow.</a:t>
            </a:r>
            <a:r>
              <a:rPr i="1"/>
              <a:t> (accurate)</a:t>
            </a:r>
          </a:p>
          <a:p>
            <a:r>
              <a:t>• The direction of current flow is conventionally taken as the direction positive charges would move, from positive to negative.</a:t>
            </a:r>
            <a:r>
              <a:rPr i="1"/>
              <a:t> (accurate)</a:t>
            </a:r>
          </a:p>
          <a:p>
            <a:r>
              <a:t>• The sign convention impacts current calculations, as a positive current indicates flow in one direction, while a negative current indicates the opposite.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Velocity of Electrons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Drift velocity is defined as the average velocity of charge carriers, such as electrons, in a conductor due to an electric field.</a:t>
            </a:r>
            <a:r>
              <a:rPr i="1"/>
              <a:t> (accurate)</a:t>
            </a:r>
          </a:p>
          <a:p>
            <a:r>
              <a:t>• Factors affecting drift speed include the strength of the electric field, the type of material, and temperature.</a:t>
            </a:r>
            <a:r>
              <a:rPr i="1"/>
              <a:t> (accurate)</a:t>
            </a:r>
          </a:p>
          <a:p>
            <a:r>
              <a:t>• Drift velocity is typically much slower than the thermal speeds of atoms, which are random and much higher in magnitude.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Ohm's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Ohm's Law assumes that the relationship between voltage and current is linear and that resistance remains constant under varying conditions.</a:t>
            </a:r>
            <a:r>
              <a:rPr i="1"/>
              <a:t> (accurate)</a:t>
            </a:r>
          </a:p>
          <a:p>
            <a:r>
              <a:t>• It holds true primarily for ohmic materials, where resistance does not change with voltage or current.</a:t>
            </a:r>
            <a:r>
              <a:rPr i="1"/>
              <a:t> (accurate)</a:t>
            </a:r>
          </a:p>
          <a:p>
            <a:r>
              <a:t>• Non-ohmic behavior occurs in materials like diodes and transistors, where current-voltage relationships are nonlinear and depend on other factors.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 of Current Electricity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electricity is essential in powering electrical devices, from household appliances to complex industrial machinery.</a:t>
            </a:r>
            <a:r>
              <a:rPr i="1"/>
              <a:t> (accurate)</a:t>
            </a:r>
          </a:p>
          <a:p>
            <a:r>
              <a:t>• It plays a significant role in engineering and technology, influencing the design and functionality of circuits and systems.</a:t>
            </a:r>
            <a:r>
              <a:rPr i="1"/>
              <a:t> (accurate)</a:t>
            </a:r>
          </a:p>
          <a:p>
            <a:r>
              <a:t>• Future trends in electrical conduction may include advancements in materials and technologies that enhance efficiency and reduce energy loss.</a:t>
            </a:r>
            <a:r>
              <a:rPr i="1"/>
              <a:t> (needs_review)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