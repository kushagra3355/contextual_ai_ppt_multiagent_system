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Agentic AI using langchain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Generated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Agentic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Agentic AI refers to artificial intelligence systems that can act autonomously and make decisions based on their programming and learned experiences.</a:t>
            </a:r>
            <a:r>
              <a:rPr i="1"/>
              <a:t> (accurate)</a:t>
            </a:r>
          </a:p>
          <a:p>
            <a:r>
              <a:t>• The importance of Agentic AI in modern technology lies in its ability to enhance efficiency, automate processes, and provide intelligent solutions across various sectors.</a:t>
            </a:r>
            <a:r>
              <a:rPr i="1"/>
              <a:t> (accurate)</a:t>
            </a:r>
          </a:p>
          <a:p>
            <a:r>
              <a:t>• Agentic AI has applications in fields such as healthcare, finance, customer service, and education, demonstrating its versatility and impact.</a:t>
            </a:r>
            <a:r>
              <a:rPr i="1"/>
              <a:t> (accurate)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LangChain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LangChain is a framework designed to simplify the development of applications that utilize language models and AI technologies.</a:t>
            </a:r>
            <a:r>
              <a:rPr i="1"/>
              <a:t> (accurate)</a:t>
            </a:r>
          </a:p>
          <a:p>
            <a:r>
              <a:t>• Key features of LangChain include modular components, easy integration with various data sources, and support for multiple AI models.</a:t>
            </a:r>
            <a:r>
              <a:rPr i="1"/>
              <a:t> (accurate)</a:t>
            </a:r>
          </a:p>
          <a:p>
            <a:r>
              <a:t>• LangChain plays a crucial role in developing AI applications by providing tools that streamline the process of building and deploying language-based solutions.</a:t>
            </a:r>
            <a:r>
              <a:rPr i="1"/>
              <a:t> (accurate)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Intersection of Agentic AI and LangChain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LangChain supports Agentic AI by providing a structured environment for building intelligent agents that can process and respond to natural language inputs.</a:t>
            </a:r>
            <a:r>
              <a:rPr i="1"/>
              <a:t> (accurate)</a:t>
            </a:r>
          </a:p>
          <a:p>
            <a:r>
              <a:t>• The benefits of using LangChain for AI agents include improved scalability, flexibility, and the ability to leverage pre-built components for rapid development.</a:t>
            </a:r>
            <a:r>
              <a:rPr i="1"/>
              <a:t> (accurate)</a:t>
            </a:r>
          </a:p>
          <a:p>
            <a:r>
              <a:t>• Examples of integration include using LangChain to create chatbots that can understand and respond to user queries in real-time.</a:t>
            </a:r>
            <a:r>
              <a:rPr i="1"/>
              <a:t> (accurate)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Components of Agentic AI with LangChain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processing and management involve collecting, cleaning, and organizing data to ensure that AI models can learn effectively and make informed decisions.</a:t>
            </a:r>
            <a:r>
              <a:rPr i="1"/>
              <a:t> (accurate)</a:t>
            </a:r>
          </a:p>
          <a:p>
            <a:r>
              <a:t>• Decision-making algorithms are essential for Agentic AI, enabling systems to analyze data and choose the best course of action based on predefined criteria.</a:t>
            </a:r>
            <a:r>
              <a:rPr i="1"/>
              <a:t> (accurate)</a:t>
            </a:r>
          </a:p>
          <a:p>
            <a:r>
              <a:t>• User interaction and feedback mechanisms are critical for refining AI performance, allowing systems to learn from user inputs and improve over time.</a:t>
            </a:r>
            <a:r>
              <a:rPr i="1"/>
              <a:t> (accurate)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 of Agentic AI with LangChain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Chatbots and virtual assistants powered by Agentic AI can provide personalized customer support, answering queries and resolving issues efficiently.</a:t>
            </a:r>
            <a:r>
              <a:rPr i="1"/>
              <a:t> (accurate)</a:t>
            </a:r>
          </a:p>
          <a:p>
            <a:r>
              <a:t>• Automated content generation tools can create articles, reports, and social media posts, saving time and resources for businesses and individuals.</a:t>
            </a:r>
            <a:r>
              <a:rPr i="1"/>
              <a:t> (accurate)</a:t>
            </a:r>
          </a:p>
          <a:p>
            <a:r>
              <a:t>• Personalized recommendations systems utilize Agentic AI to analyze user preferences and behaviors, delivering tailored suggestions for products and services.</a:t>
            </a:r>
            <a:r>
              <a:rPr i="1"/>
              <a:t> (accurate)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and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The ethical implications of Agentic AI include concerns about bias, privacy, and the potential for misuse of autonomous decision-making systems.</a:t>
            </a:r>
            <a:r>
              <a:rPr i="1"/>
              <a:t> (accurate)</a:t>
            </a:r>
          </a:p>
          <a:p>
            <a:r>
              <a:t>• Technical limitations of LangChain may include challenges in handling complex queries or integrating with certain data sources effectively.</a:t>
            </a:r>
            <a:r>
              <a:rPr i="1"/>
              <a:t> (needs_review)</a:t>
            </a:r>
          </a:p>
          <a:p>
            <a:r>
              <a:t>• Future trends and developments in Agentic AI may focus on improving transparency, accountability, and the ability to learn from diverse datasets.</a:t>
            </a:r>
            <a:r>
              <a:rPr i="1"/>
              <a:t> (accurate)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Future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 summary, Agentic AI and LangChain represent a powerful combination for developing intelligent applications that can operate autonomously.</a:t>
            </a:r>
            <a:r>
              <a:rPr i="1"/>
              <a:t> (accurate)</a:t>
            </a:r>
          </a:p>
          <a:p>
            <a:r>
              <a:t>• Potential advancements in Agentic AI may include enhanced learning algorithms, better user interfaces, and more robust ethical frameworks.</a:t>
            </a:r>
            <a:r>
              <a:rPr i="1"/>
              <a:t> (needs_review)</a:t>
            </a:r>
          </a:p>
          <a:p>
            <a:r>
              <a:t>• A call to action for further exploration encourages researchers and developers to investigate the possibilities of Agentic AI and LangChain in their projects.</a:t>
            </a:r>
            <a:r>
              <a:rPr i="1"/>
              <a:t> (accurate)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