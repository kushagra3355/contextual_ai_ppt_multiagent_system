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Elctromagnetic Induction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Electromagnetic Induction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Electromagnetic induction is the process by which a changing magnetic field induces an electromotive force (emf) in a conductor.</a:t>
            </a:r>
            <a:r>
              <a:rPr i="1"/>
              <a:t> (accurate)</a:t>
            </a:r>
          </a:p>
          <a:p>
            <a:r>
              <a:t>• The concept was first discovered by Michael Faraday in the 19th century, marking a significant advancement in physics and engineering.</a:t>
            </a:r>
            <a:r>
              <a:rPr i="1"/>
              <a:t> (accurate)</a:t>
            </a:r>
          </a:p>
          <a:p>
            <a:r>
              <a:t>• Electromagnetic induction is crucial in various technologies, including electric generators, transformers, and inductive charging systems.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Electromagnetic Induction - Fundamental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Faraday's Law states that the induced emf in a circuit is directly proportional to the rate of change of magnetic flux through the circuit.</a:t>
            </a:r>
            <a:r>
              <a:rPr i="1"/>
              <a:t> (accurate)</a:t>
            </a:r>
          </a:p>
          <a:p>
            <a:r>
              <a:t>• Lenz's Law indicates that the direction of induced current opposes the change in magnetic flux that produced it, ensuring conservation of energy.</a:t>
            </a:r>
            <a:r>
              <a:rPr i="1"/>
              <a:t> (accurate)</a:t>
            </a:r>
          </a:p>
          <a:p>
            <a:r>
              <a:t>• Induced electromotive force (emf) is the voltage generated by the change in magnetic flux, which can drive current in a circuit.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Calculating Induced emf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formula for induced emf is ε = -dΦ/dt, where ε is the induced emf and dΦ/dt is the rate of change of magnetic flux.</a:t>
            </a:r>
            <a:r>
              <a:rPr i="1"/>
              <a:t> (accurate)</a:t>
            </a:r>
          </a:p>
          <a:p>
            <a:r>
              <a:t>• For example, if the magnetic flux changes from 0 to 2 Wb in 0.5 seconds, the induced emf can be calculated using the formula.</a:t>
            </a:r>
            <a:r>
              <a:rPr i="1"/>
              <a:t> (needs_review)</a:t>
            </a:r>
          </a:p>
          <a:p>
            <a:r>
              <a:t>• Factors affecting induced emf include the strength of the magnetic field, the speed of the conductor's movement, and the angle between the field and the conductor.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Motional emf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Motional emf is the voltage generated when a conductor moves through a magnetic field, resulting in induced current.</a:t>
            </a:r>
            <a:r>
              <a:rPr i="1"/>
              <a:t> (accurate)</a:t>
            </a:r>
          </a:p>
          <a:p>
            <a:r>
              <a:t>• When a conductor moves in a magnetic field, the motion causes a change in magnetic flux, leading to induced emf.</a:t>
            </a:r>
            <a:r>
              <a:rPr i="1"/>
              <a:t> (accurate)</a:t>
            </a:r>
          </a:p>
          <a:p>
            <a:r>
              <a:t>• An example of motional emf is a metal rod moving through a magnetic field, generating voltage across its ends.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Lenz's Law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Lenz's Law helps predict the direction of induced current based on the change in magnetic flux through a circuit.</a:t>
            </a:r>
            <a:r>
              <a:rPr i="1"/>
              <a:t> (accurate)</a:t>
            </a:r>
          </a:p>
          <a:p>
            <a:r>
              <a:t>• For instance, if a magnet approaches a coil, the induced current will flow in a direction that opposes the magnet's approach.</a:t>
            </a:r>
            <a:r>
              <a:rPr i="1"/>
              <a:t> (accurate)</a:t>
            </a:r>
          </a:p>
          <a:p>
            <a:r>
              <a:t>• This law illustrates the principle of conservation of energy, as the induced current works against the change causing it.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Induced Current in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shape of a loop affects the distribution and magnitude of the induced current when exposed to a changing magnetic field.</a:t>
            </a:r>
            <a:r>
              <a:rPr i="1"/>
              <a:t> (accurate)</a:t>
            </a:r>
          </a:p>
          <a:p>
            <a:r>
              <a:t>• Different configurations, such as circular or rectangular loops, can produce varying induced currents based on their orientation and area.</a:t>
            </a:r>
            <a:r>
              <a:rPr i="1"/>
              <a:t> (accurate)</a:t>
            </a:r>
          </a:p>
          <a:p>
            <a:r>
              <a:t>• The direction of the induced current is determined by the change in magnetic flux through the loop, following Lenz's Law.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Inductance and Its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Inductance is the property of a coil that quantifies its ability to induce emf due to a change in current.</a:t>
            </a:r>
            <a:r>
              <a:rPr i="1"/>
              <a:t> (accurate)</a:t>
            </a:r>
          </a:p>
          <a:p>
            <a:r>
              <a:t>• Induction between coils occurs when the magnetic field from one coil affects another nearby coil, inducing current in it.</a:t>
            </a:r>
            <a:r>
              <a:rPr i="1"/>
              <a:t> (accurate)</a:t>
            </a:r>
          </a:p>
          <a:p>
            <a:r>
              <a:t>• Applications of inductance include transformers, which transfer electrical energy between circuits, and inductors used in filtering applications.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Examples and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case study involves a rotating wheel in a magnetic field, demonstrating the principles of motional emf in action.</a:t>
            </a:r>
            <a:r>
              <a:rPr i="1"/>
              <a:t> (accurate)</a:t>
            </a:r>
          </a:p>
          <a:p>
            <a:r>
              <a:t>• Calculating induced emf in practical scenarios helps engineers design efficient electrical systems and devices.</a:t>
            </a:r>
            <a:r>
              <a:rPr i="1"/>
              <a:t> (accurate)</a:t>
            </a:r>
          </a:p>
          <a:p>
            <a:r>
              <a:t>• Understanding electromagnetic induction is essential in engineering, as it underpins many technologies, including power generation and wireless charging.</a:t>
            </a:r>
            <a:r>
              <a:rPr i="1"/>
              <a:t> (accurate)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