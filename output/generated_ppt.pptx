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Electromagnetic Induction (EMI)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Electromagnetic Induction refers to the process where a changing magnetic field induces an electromotive force (EMF) in a conductor.</a:t>
            </a:r>
            <a:r>
              <a:rPr i="1"/>
              <a:t> (accurate)</a:t>
            </a:r>
          </a:p>
          <a:p>
            <a:r>
              <a:t>• EMI is crucial in electrical engineering as it underpins the operation of many electrical devices and systems.</a:t>
            </a:r>
            <a:r>
              <a:rPr i="1"/>
              <a:t> (accurate)</a:t>
            </a:r>
          </a:p>
          <a:p>
            <a:r>
              <a:t>• Generators convert mechanical energy into electrical energy through EMI, while transformers transfer electrical energy between circuits.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Concepts of 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Induced EMF is the voltage generated in a conductor due to a change in magnetic flux, which is essential for circuit functionality.</a:t>
            </a:r>
            <a:r>
              <a:rPr i="1"/>
              <a:t> (accurate)</a:t>
            </a:r>
          </a:p>
          <a:p>
            <a:r>
              <a:t>• Magnetic flux, measured in Webers, quantifies the total magnetic field passing through a given area, influencing induced EMF.</a:t>
            </a:r>
            <a:r>
              <a:rPr i="1"/>
              <a:t> (accurate)</a:t>
            </a:r>
          </a:p>
          <a:p>
            <a:r>
              <a:t>• Faraday's Law of Induction states that the induced EMF in a circuit is proportional to the rate of change of magnetic flux through it.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Self-Inductance and Back EMF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Self-inductance (L) is a property of a coil that quantifies its ability to induce EMF in itself due to changing current.</a:t>
            </a:r>
            <a:r>
              <a:rPr i="1"/>
              <a:t> (accurate)</a:t>
            </a:r>
          </a:p>
          <a:p>
            <a:r>
              <a:t>• Back EMF is the voltage that opposes the change in current in a circuit, crucial for controlling electrical systems.</a:t>
            </a:r>
            <a:r>
              <a:rPr i="1"/>
              <a:t> (accurate)</a:t>
            </a:r>
          </a:p>
          <a:p>
            <a:r>
              <a:t>• Inductance can be compared to mass in mechanics, as both represent resistance to changes in their respective states.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in Inductive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Work done against back EMF is necessary to establish current in an inductive circuit, reflecting energy conservation principles.</a:t>
            </a:r>
            <a:r>
              <a:rPr i="1"/>
              <a:t> (accurate)</a:t>
            </a:r>
          </a:p>
          <a:p>
            <a:r>
              <a:t>• The energy stored in an inductor is given by the formula W = 1/2 LI^2, where L is inductance and I is current.</a:t>
            </a:r>
            <a:r>
              <a:rPr i="1"/>
              <a:t> (accurate)</a:t>
            </a:r>
          </a:p>
          <a:p>
            <a:r>
              <a:t>• This expression for energy storage in inductors is analogous to the kinetic energy formula, mv^2/2, in mechanics.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Induced EMF in Coils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formula for induced EMF is ε = -dΦ/dt, indicating that EMF is generated by the rate of change of magnetic flux.</a:t>
            </a:r>
            <a:r>
              <a:rPr i="1"/>
              <a:t> (accurate)</a:t>
            </a:r>
          </a:p>
          <a:p>
            <a:r>
              <a:t>• Increasing the number of turns (N) in a coil enhances the induced EMF, making coils more effective in generating voltage.</a:t>
            </a:r>
            <a:r>
              <a:rPr i="1"/>
              <a:t> (accurate)</a:t>
            </a:r>
          </a:p>
          <a:p>
            <a:r>
              <a:t>• Magnetic flux is influenced by factors such as magnetic field strength (B), area of the coil (A), and the angle (θ) between them.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Mutual Inductance and Its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Mutual inductance (M) is the measure of how much EMF is induced in one coil due to the change in current in another coil.</a:t>
            </a:r>
            <a:r>
              <a:rPr i="1"/>
              <a:t> (accurate)</a:t>
            </a:r>
          </a:p>
          <a:p>
            <a:r>
              <a:t>• Transformers utilize mutual inductance to efficiently transfer electrical energy between circuits at different voltage levels.</a:t>
            </a:r>
            <a:r>
              <a:rPr i="1"/>
              <a:t> (accurate)</a:t>
            </a:r>
          </a:p>
          <a:p>
            <a:r>
              <a:t>• Mathematically, mutual inductance is represented by the relationship between the induced EMF in one coil and the current change in another.</a:t>
            </a:r>
            <a:r>
              <a:rPr i="1"/>
              <a:t> (needs_review)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Applications of 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 generators harness electromagnetic induction to convert mechanical energy into electrical energy for widespread use.</a:t>
            </a:r>
            <a:r>
              <a:rPr i="1"/>
              <a:t> (accurate)</a:t>
            </a:r>
          </a:p>
          <a:p>
            <a:r>
              <a:t>• Inductors and filters rely on EMI principles to manage current flow and reduce noise in electrical circuits.</a:t>
            </a:r>
            <a:r>
              <a:rPr i="1"/>
              <a:t> (accurate)</a:t>
            </a:r>
          </a:p>
          <a:p>
            <a:r>
              <a:t>• The impact of EMI is profound in modern electrical systems, enabling technologies such as wireless communication and power distribution.</a:t>
            </a:r>
            <a:r>
              <a:rPr i="1"/>
              <a:t> (needs_review)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